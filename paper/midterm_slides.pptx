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Step 3-C-1 — TabNet 어텐션 × SHAP 융합 컨텍스트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TabNet이 본 메커니즘에 통합 — 환각 0% 유지 + Completeness 큰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_fusion_vs_shap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095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융합 메커니즘 (3 그룹)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agreed_drivers: 두 모델 동의 강한 신호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shap_only: SHAP만 본 보완 신호 (부호 보존)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attention_only: TabNet만 본 sparse 신호 (부호 없음)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그룹 라벨을 LLM에 명시 → 가중치 인지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Agreement 통계 (n=100)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04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평균: agreed 2.12 / shap_only 6.98 / att_only 2.06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3+ 동의 22%, 4+ 동의 0% — 부분 일관 + 상보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1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평가 결과 (n=30 each, judge=Claude)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0" y="446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 0/30 — 양 LLM × 양 mode 모두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Completeness +0.67 (Anthropic) / +0.80 (Gemini)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Factual 4.77~4.97, Sensitive 5.0/5.0 유지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TabNet이 비교 모델 → 메커니즘 핵심으로 격상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★ Step 3-C-2 — NLI로 평가 객관성 보강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룰 한계를 의미적 측정으로 입증 — Fusion이 NLI에서도 더 충실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_nli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335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룰 sign_match 하락 (Step 3-C-1)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 0.87→0.65, Gemini 0.94→0.77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원인 추정: 룰 키워드 셋의 한계 (다양한 표현 못 잡음)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NLI로 의미적 함의를 직접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70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NLI 결과 (KLUE 다국어 NLI, n=30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02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Anthropic: entailment +0.21 ★, contradiction -0.18 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Gemini: entailment +0.12, contradiction -0.14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양 LLM 일관 — fusion이 의미적으로 더 충실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min_entailment(최악 문장) 양쪽 다 개선 또는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86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결론 — 3-tier 평가 체계 완성
★ 룰의 sign_match 하락은 키워드 한계, 진짜 환각 아님 입증
★ Rules + G-Eval + NLI 다층 검증 → 평가 신뢰성 강화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Step 3-C-2-f — Cross-Judge G-Eval (보너스)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Claude judge + Gemini judge 양방향으로 fusion 효과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_cross_judge_g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46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단일 judge의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Claude judge 단독 → self-bias 또는 평가 종속 위험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Step 2-A의 Cross-LLM 패턴을 fusion에도 적용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5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결과 (Δ = fusion - shaponly)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2880000"/>
            <a:ext cx="468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Completeness 양 judge 큰 향상: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Claude judge +0.67/+0.80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Gemini judge +0.90/+1.10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Sensitive 5.0/5.0 양 judge 만점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 target Factual: Claude judge −0.13 vs Gemini judge +0.47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Cross-judge 없이는 잘못된 결론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968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Cross-LLM judge로 fusion 효과 강건성 확정
★ Future work "Gemini judge cross-validation" 항목 해소
★ 평가 객관성 = NLI(자동) + Cross-LLM judge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★ Step 5-A — Fairness-aware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Day 5 8/8 위반 → Reweighing으로 4/4 통과 + AUROC 손실 거의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3_fairness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3454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방법 (3가지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Reweighing — Kamiran-Calders sample_weight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Fairlearn ExpGrad — DP / EO constraint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보호속성: GENDER / AGE (median split)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데이터: baseline (214) + aux (1161)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★ Reweighing 결과 (4/4 케이스 통과)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40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baseline: AUROC -0.003 / DI 0.62→0.90 (G), 0.56→0.90 (A)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★★ aux: AUROC +0.003 / DI 0.64→0.87 (G), 0.57→0.83 (A)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aux에서 trade-off 사라짐 (오히려 성능 향상)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Fairlearn: DP는 AUROC -0.07~-0.08, EO는 안티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50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Day 5 진단(8/8 위반) → 4/4 통과 단일 메커니즘
★ AGE도 효과적 (Day 5 "proxy" 결론 갱신)
★ 약점 #4 (Fairness mitigation) 해소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18. 종합 — 본 연구의 가치 5가지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+ 2-A + 3-B + 3-C + 5-A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847" y="1260000"/>
            <a:ext cx="2052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0.7587
→ 0.7755
(Step 3-B aux, +2.22%)
TabNet 어텐션
융합 컨텍스트에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7847" y="1260000"/>
            <a:ext cx="2052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융합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ρ=0.117 부분 일관
+ instance-level
3+ 동의 22% / 4+ 동의 0%
agreement-aware
컨텍스트로 LLM에
의미 라벨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9847" y="1260000"/>
            <a:ext cx="2052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 0/100
(Step 1/2-A)
→ 0/30 (3-C-1)
Baseline 45.5% vs
XAI-RAG 0%
NLI contradiction
−0.14~−0.18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1847" y="1260000"/>
            <a:ext cx="2052000" cy="3060000"/>
          </a:xfrm>
          <a:prstGeom prst="roundRect">
            <a:avLst/>
          </a:prstGeom>
          <a:solidFill>
            <a:srgbClr val="DD8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완결성·충실성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G-Eval Completeness
Claude +0.67~+0.80
Gemini +0.90~+1.10
NLI Entailment
+0.12~+0.21
→ 다층·다judge
일관 향상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33847" y="1260000"/>
            <a:ext cx="2052000" cy="3060000"/>
          </a:xfrm>
          <a:prstGeom prst="roundRect">
            <a:avLst/>
          </a:prstGeom>
          <a:solidFill>
            <a:srgbClr val="8C71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공정성 mitigation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Day 5: 8/8 4/5 rule
위반 진단
Reweighing:
4/4 케이스 통과 ✅
aux 데이터 trade-off
사라짐 (+0.003 AUROC)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19.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3-B/3-C/5-A 완료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Fusion 평가 표본 30명 — 100명+ 확장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인간평가 (Plausibility) 미수행 — IRB 절차 필요 ★ 1순위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Generic RAG baseline 미비교 — Counterfactual 정당성 보강 ★ 2순위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(Step 3-B)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TabNet-only 컨텍스트 ablation 미수행 (3-way)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데이터 단일 (Home Credit) — UCI German Credit 미검증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인간 평가 (Plausibility) — IRB + 5점 척도, Cohen's κ ★ 1순위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Generic RAG baseline (도메인 일반 지식) ★ 2순위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UCI German Credit 일반화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표본 100명 확장 + counterfactual 결합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3-way ablation: SHAP-only / Attn-only / Fusion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잔여 보조 테이블 4개로 AUROC 0.78+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Adversarial Debiasing (TabNet head) — Reweighing 보완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