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종합 — 본 연구의 가치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Step 2-A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847" y="1260000"/>
            <a:ext cx="34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AUROC 0.7587 ± 0.0008
5-fold 안정적 우위
TabNet 0.7518 — 비슷한 성능 +
어텐션 해석성 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5847" y="1260000"/>
            <a:ext cx="34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일관성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Spearman ρ 0.117 (전체)
−0.195 (Top-50)
어텐션 ↔ SHAP의
부분 일관 + 부분 상보 정량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5847" y="1260000"/>
            <a:ext cx="34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Hallucination Rate 0.000
(두 LLM 모두)
Baseline 45.5% vs XAI-RAG 0%
→ SHAP 컨텍스트의 직접 효과 입증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 — 본 논문 확장 (보조 테이블, fairness-aware 등)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평가 표본 10명 — 100~500명으로 확장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미사용 — bureau, previous_application 등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G-Eval self-bias — Gemini가 자기 출력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Counterfactual 정량화 미수행 (정성 비교만)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Robustness 평가 (프롬프트 변형) 미수행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보조 테이블 활용으로 AUROC 0.78+ 목표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 Debiasing)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Cross-LLM judge로 G-Eval 객관화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BERTScore 기반 Robustness 정량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모델 추가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5점 척도, Cohen's κ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한국어 도메인 특화 LLM QLoRA 미세조정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